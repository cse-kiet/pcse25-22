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0B904-CC04-45C6-83B3-3728D2D076CA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66F6C-9C42-411B-BC71-9F3275DFA1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141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166F6C-9C42-411B-BC71-9F3275DFA18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141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669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0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65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9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8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4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5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46011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964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3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4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3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6531" y="2386538"/>
            <a:ext cx="6801440" cy="25908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Prediction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institutions face challenges in tracking student progress.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performance helps in early intervention.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personalized learning paths and student success.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student performance is inefficient.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 system to predict academic outcomes.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assist institutions in identifying at-risk students.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to predict student performance.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influential features.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interactive web application using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UCI Machine Learning Repository.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30 features including demographic, social, and academic factors.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Final Grade (G3).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preprocessing: encoding, scaling, cleaning.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Random Forest for feature importance ranking.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selected features: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Free time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Go out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Age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Failures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Absences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 with fewer inputs.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multiple ML models: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Logistic Regression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Support Vector Machine (SVM)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K-Nearest Neighbors (KNN)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Random Forest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Neural Network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best model based on evaluation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models using accuracy, precision, recall, F1-score.</a:t>
            </a:r>
          </a:p>
          <a:p>
            <a:pPr>
              <a:lnSpc>
                <a:spcPct val="2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 Random Forest with high accuracy.</a:t>
            </a:r>
          </a:p>
          <a:p>
            <a:pPr>
              <a:lnSpc>
                <a:spcPct val="2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cross-validation to validate results.</a:t>
            </a:r>
          </a:p>
          <a:p>
            <a:pPr>
              <a:lnSpc>
                <a:spcPct val="2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using confusion matrix and accuracy charts.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user-friendly interface for predictions.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input top 5 features to get performance prediction.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prediction output and interpretation.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for real-time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predicted student performance using ML.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supports proactive educational strategies.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include real-time behavioral and emotional data.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UI and integrate with institutional databases.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7</TotalTime>
  <Words>294</Words>
  <Application>Microsoft Office PowerPoint</Application>
  <PresentationFormat>On-screen Show (4:3)</PresentationFormat>
  <Paragraphs>51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Century Gothic</vt:lpstr>
      <vt:lpstr>Garamond</vt:lpstr>
      <vt:lpstr>Times New Roman</vt:lpstr>
      <vt:lpstr>Savon</vt:lpstr>
      <vt:lpstr>Student Performance Prediction System</vt:lpstr>
      <vt:lpstr>Introduction</vt:lpstr>
      <vt:lpstr>Problem Statement</vt:lpstr>
      <vt:lpstr>Objectives</vt:lpstr>
      <vt:lpstr>Dataset Description</vt:lpstr>
      <vt:lpstr>Feature Selection</vt:lpstr>
      <vt:lpstr>Algorithms Used</vt:lpstr>
      <vt:lpstr>Results &amp; Evaluation</vt:lpstr>
      <vt:lpstr>Streamlit Web App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Prediction System</dc:title>
  <dc:subject/>
  <dc:creator/>
  <cp:keywords/>
  <dc:description>generated using python-pptx</dc:description>
  <cp:lastModifiedBy>aman114907@gmail.com</cp:lastModifiedBy>
  <cp:revision>3</cp:revision>
  <dcterms:created xsi:type="dcterms:W3CDTF">2013-01-27T09:14:16Z</dcterms:created>
  <dcterms:modified xsi:type="dcterms:W3CDTF">2025-05-25T19:31:22Z</dcterms:modified>
  <cp:category/>
</cp:coreProperties>
</file>